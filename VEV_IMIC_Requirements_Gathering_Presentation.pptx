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6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IMIC Medical Insurance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Gathering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Venkateswari (Requirements Analysis Team)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28,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Overview &amp; Objectives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Stakeholder Identification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Requirements Categories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Question Framework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Stakeholder-Specific Questions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Functional Requirements Questions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Non-Functional Requirements Questions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Next Steps &amp; Timeline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Name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Medical Insurance Corporation (IMIC)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insurance policy and claims management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primary user groups with distinct needs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comprehensive requirements to ensure accurate system design, development, and successful project delivery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Identification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2926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Holder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Customer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Needs: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personal &amp; policy details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claim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policy documents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Questions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371600"/>
            <a:ext cx="73152" cy="2926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Agent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Needs: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697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new policy holders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policies &amp; claims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application status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977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Questions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371600"/>
            <a:ext cx="73152" cy="2926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Company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377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Needs: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Approve/reject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claims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977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Categories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Purchase Process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Management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&amp; Access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Management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&amp; Approvals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&amp; Communication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Analytics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~210 Questions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Scalability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Data Protection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&amp; Accessibility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&amp; Availability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Infrastructure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 Assurance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4480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Framework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400 Requirement Gathering Questions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65960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objectives, stakeholders, system 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0" y="21031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14Q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965960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Authentication, roles, permissions, 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1031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18Q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971800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purchase, claims, workflows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31089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144Q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971800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Requirements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design, navigation, usability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31089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29Q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977640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977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5448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Business Rules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4360" y="4297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Entities, relationships, validation rules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0" y="4114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47Q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46320" y="38404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3977640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977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83480" y="4297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security, scalability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4114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40Q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4846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4983480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5448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Testing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94360" y="5303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systems, deployment, QA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023360" y="51206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23Q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46320" y="4846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3480" y="4983480"/>
            <a:ext cx="822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4983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983480" y="5303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handling, exceptional scenarios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412480" y="51206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12Q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Holder Questions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Questions organized in 5 key areas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Authentication (8 questions)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personal information is required?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credentials generated?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complexity requirements?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414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Navigation (9 questions)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information on home page?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menu options available?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information be edited?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8269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Viewing (12 questions)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62102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policy details displayed?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documents be downloaded?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premium history shown?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239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Tracking (11 questions)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4622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claim statuses exist?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claims be cancelled?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view claim history?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919472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9651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Management (5 questions)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password be changed?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contact info be updated?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add/remove nominees?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Agent Questions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Questions organized in 4 key areas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Holder Registration (12 questions)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information can agent enter?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agent edit after creation?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usernames generated?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Submission (11 questions)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529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validations on policy data?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upload documents?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policy be deleted before submission?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4290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Entry (10 questions)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673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claim details required?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multiple claims be submitted?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track claim status?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43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 &amp; Performance (5 questions)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6817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view all submitted policies?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approval status?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tracked?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Company Questions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Questions organized in 5 key areas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Approval Workflow (10 questions)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approval criteria exist?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filter by agent/date?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hierarchy required?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414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Rejection Management (7 questions)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Pre-defined rejection reasons?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notify agent &amp; customer?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rejection be reconsidered?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8269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Processing (9 questions)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62102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approve/reject claims?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settlement differ from claim?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handle fraudulent claims?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239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&amp; Payments (8 questions)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4622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enters cheque details?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payment support?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tracking maintained?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919472"/>
            <a:ext cx="8046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9651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Analytics (8 questions)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reports are needed?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functionality required?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period options?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Requirements: Policy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Purchase Process (43 questions)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requirements &amp; documents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calculation factors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report requirements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Approval/rejection criteria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activation process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management rules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methods &amp; bounced checks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Management (42 questions)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eligibility &amp; waiting periods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requirements &amp; documents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status workflow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Approval/rejection process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amount calculation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Cheque vs electronic payment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Appeal &amp; escalation mechanism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Focus Areas: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complete workflow from application to settlement • Define all business rules &amp; validation criteria • Identify edge cases &amp; error scenarios • Clarify document requirements &amp; formats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Requirements: User &amp;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 (18 questions)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mechanisms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lockout rules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policies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Management (47 questions)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470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attributes &amp; relationships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 definitions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relationships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storage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(29 questions)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53872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structure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validations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display formats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compatibility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(6 questions)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53872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Email/SMS triggers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requirements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preferences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tracking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Questions across 7 critical areas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Performance &amp; Scalability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1664208"/>
            <a:ext cx="45720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user capacity?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 targets?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volume expectations?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projections?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642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Security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64208"/>
            <a:ext cx="45720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1664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encryption requirements?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 algorithm?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 rules?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needs?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186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Reliability &amp; Availability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3218688"/>
            <a:ext cx="45720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32186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5661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uptime percentage?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frequency?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 plan?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&amp; RPO targets?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186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Usability &amp; Accessibility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46720" y="3218688"/>
            <a:ext cx="45720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32186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5661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standards?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proficiency level?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documentation needed?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navigation?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54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Maintainability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4754880"/>
            <a:ext cx="32004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47548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047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standards? • Documentation requirements?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46634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4754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Deployment &amp; Infrastructure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4754880"/>
            <a:ext cx="32004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47548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0440" y="5047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vs on-premise? • Operating system?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46634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754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Testing &amp; QA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4754880"/>
            <a:ext cx="32004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7548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5047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types required? • Test data strategy?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Prioritization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109728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development or impacts core functionality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77440"/>
            <a:ext cx="109728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Questions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Significantly impacts design and user experience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A8A0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46120"/>
            <a:ext cx="1097280" cy="2743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 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Affects specific features or implementation details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14800"/>
            <a:ext cx="109728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Questions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Nice-to-have clarifications or enhancements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Meeting 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08660" y="1554480"/>
            <a:ext cx="0" cy="50292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1371600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444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4447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Meeting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 questions by stakeholder • Prioritize critical items first • Prepare context for each question • Share question list in advance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708660" y="2240280"/>
            <a:ext cx="0" cy="50292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40080" y="2103120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057400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1305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1305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350008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rapport with stakeholder • Explain meeting purpose &amp; structure • Set time expectations • Confirm their availability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7889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" y="2926080"/>
            <a:ext cx="0" cy="50292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0080" y="2788920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5840" y="2743200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8163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Discussion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28163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035808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business objectives • Identify pain points • Clarify success criteria • Discuss existing processes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4747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" y="3611880"/>
            <a:ext cx="0" cy="50292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0" y="3474720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" y="3429000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35021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Questions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35021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3721608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3-5 questions per topic • Take detailed notes • Confirm understanding • Note assumptions &amp; dependencies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160520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5840" y="4114800"/>
            <a:ext cx="7498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4187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31920" y="41879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4407408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key points • Clarify next steps • Schedule follow-up if needed • Thank stakeholder for time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Deliverables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813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Document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49040" y="1481328"/>
            <a:ext cx="64008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4813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specification with all requirements organized by category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813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Matrix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1481328"/>
            <a:ext cx="64008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14813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of requirements to stakeholders and priorities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51460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243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Report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49040" y="2624328"/>
            <a:ext cx="64008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26243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gaps, assumptions, and items requiring clarification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514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51460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6243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Documents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863840" y="2624328"/>
            <a:ext cx="64008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26243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use cases for major workflows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65760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7673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Specifications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749040" y="3767328"/>
            <a:ext cx="64008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37673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specifications for development team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6576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657600"/>
            <a:ext cx="54864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7673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Minutes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63840" y="3767328"/>
            <a:ext cx="64008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37673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Q&amp;A from all stakeholder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1417320"/>
            <a:ext cx="6858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stakeholder meetings • Prepare question documents • Conduct Policy Holder interviews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286000"/>
            <a:ext cx="685800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Agent interviews • Conduct Company staff interviews • Document all responses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3154680"/>
            <a:ext cx="685800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429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Requirements Document • Prepare Use Cases • Conduct review sessions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45920" y="4023360"/>
            <a:ext cx="685800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4297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specifications • Get stakeholder signoff • Handoff to design team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804672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Get approval on question framework  •  2. Schedule stakeholder meetings  •  3. Begin Policy Holder interviews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Proceed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Questions | 3 Stakeholders | 15 Categories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200"/>
              </a:lnSpc>
              <a:buNone/>
            </a:pPr>
            <a:endParaRPr lang="en-US" sz="16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coverage of functional &amp; non-functional needs
Clear prioritization and stakeholder alignment</a:t>
            </a:r>
            <a:endParaRPr lang="en-US" sz="1600" dirty="0"/>
          </a:p>
          <a:p>
            <a:pPr marL="0" indent="0" algn="ctr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deliverables and timeline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1311</Words>
  <Application>Microsoft Office PowerPoint</Application>
  <PresentationFormat>On-screen Show (16:9)</PresentationFormat>
  <Paragraphs>323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IMIC System - Requirements Gathering Plan</dc:title>
  <dc:subject>PptxGenJS Presentation</dc:subject>
  <dc:creator>Requirements Analyst</dc:creator>
  <cp:lastModifiedBy>venkateswari v</cp:lastModifiedBy>
  <cp:revision>3</cp:revision>
  <dcterms:created xsi:type="dcterms:W3CDTF">2026-01-28T02:08:33Z</dcterms:created>
  <dcterms:modified xsi:type="dcterms:W3CDTF">2026-01-28T02:35:06Z</dcterms:modified>
</cp:coreProperties>
</file>