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45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IMIC Requirements Questions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Question Set for Stakeholder Engagement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Questions | 15 Sections | Production-Ready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Catalog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1: Business &amp; System Overview (14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2: User Management &amp; Authentication (18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3: Policy Holder Functionality (32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4: Policy Purchase Process (43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 Claims Management (42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6: Agent Functionality (28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7: Company Functionality (48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8: UI Requirements (29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9: Data &amp; Business Rules (47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10: Non-Functional Requirements (40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11: Integration (6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12: Deployment (11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13: Testing (7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14: Documentation (8 Q)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15: Edge Cases &amp; Error Handling (12 Q)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1: Business &amp; System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Questions - Understanding the foundation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primary business objective of the IMIC system?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Who are the three main stakeholders of the system?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the difference between the internet application and the backend application?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business problems is this system solving?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are the expected business benefits after system implementation?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Are there any regulatory or compliance requirements for medical insurance?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What is the expected user base size for each stakeholder type?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What are the business hours of operation?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What functionalities are included in the Policy Holder internet application?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What functionalities are included in the Agent internet application?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What functionalities are included in the Company backend application?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What functionalities are explicitly out of scope?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Are there any third-party integrations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Will the system integrate with any existing systems?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2: User Management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&amp; Roles (Questions 15-20)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How many user types are in the system?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What are the specific roles and permissions for each user type?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Can a single person have multiple roles (e.g., can an agent also be a policy holder)?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Who creates user accounts for agents?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Who creates user accounts for company staff?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How are policy holder credentials generated and delivered?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2: User Management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Authorization (Questions 21-32)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What are the username and password requirements?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Is there a password complexity requirement?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How long should passwords be?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Should passwords expire periodically?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What happens after three consecutive failed login attempts?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How is a locked account reactivated?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Who has the authority to unlock accounts?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 Is there a 'Forgot Password' functionality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 How long should user sessions remain active?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Should the system automatically log out users after inactivity?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 Are there any IP-based access restrictions?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 Is multi-factor authentication required?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3: Policy Holder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Dashboard (Questions 33-45)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 Can a customer self-register on the system?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 What personal information is required from the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 What is the minimum age to be a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 What is the maximum age to be a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 Can a policy holder have multiple policies?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 What identification documents are acceptable as age proof?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 What contact information is mandatory (email, phone, address)?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 What information should be displayed on the policy holder home page?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 Can the policy holder edit any personal information?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 Can the policy holder change their password?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 Can the policy holder update contact information?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 Should there be a dashboard showing policy summary?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 Should there be notifications or alerts for important events?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3: Policy Holder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&amp; Policy Details (Questions 46-58)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 What specific personal details are displayed?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 Is address information required? If yes, what format?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 Is emergency contact information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 Is nominee information required for the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 Can personal details be printed or downloaded?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 What policy information should be displayed?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 Should policy documents be downloadable?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 Should premium payment history be visible?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 Should dependent information be displayed?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 What does 'Active' policy status mean?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 Are there other policy statuses besides 'Active'?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 Should renewal information be displayed?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 Is there a policy expiry date?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3: Policy Holder - Part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Details (Questions 59-64)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 What claim information should be displayed?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 Should claim documents be downloadable?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 Can the policy holder view claim history?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 Should there be a timeline view of claim progress?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 Can the policy holder cancel a submitted claim?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 Can the policy holder appeal a rejected claim?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4: Policy Purchase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Requirements (Questions 65-76)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 What are all the fields in the policy application form?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 What is the minimum policy cover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 What is the maximum policy cover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 Are there predefined policy cover amount options?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 How many dependents can be added to a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 What is the minimum age for a dependent?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 What is the maximum age for a dependent?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 What information is required for each dependent?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 What documents must be submitted for the primary member?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 What documents must be submitted for each dependent?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 What medical diagnostic reports are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 Are there specific medical tests that are mandatory?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4: Policy Purchase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&amp; Medical Requirements (Questions 77-89)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 How recent should the medical reports be?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 Are pre-existing conditions declared?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 How are pre-existing conditions handled?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 What medical conditions lead to automatic rejection?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 Who evaluates the medical reports?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 What factors determine the premium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 How does age affect the premium?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 How does policy cover amount affect the premium?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 Are there different premium rates for dependents vs. primary members?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 Is there a premium calculation formula?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 Are premiums paid annually, quarterly, or monthly?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 What payment methods are accepted?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 When is the premium payment due?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4: Policy Purchase - Part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Process (Questions 90-107)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 What happens if premium payment bounces?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 What is the complete workflow from application to approval?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 Who approves or rejects policy applications?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 What is the typical processing time for approval?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 On what grounds can a policy be rejected?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 If one dependent is rejected, what happens to the entire application?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 Can a rejected application be resubmitted?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 What communication is sent after approval?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 What communication is sent after rejection?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 Should the rejection reason be captured?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 Can partial approval be given (some dependents approved)?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 When does a policy become 'Active'?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 What happens after a policy is approved?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 When can the policy holder start using the system?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 How is the policy document delivered?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 How are login credentials delivered?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 Is there a cooling-off period after policy purchase?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 Can a policy be cancelled within a certain period?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 Claims Management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&amp; Submission (Questions 108-121)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 When is a policy holder eligible to submit a claim?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 Is there a waiting period after policy activation?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 Are there any restrictions on claim frequency?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 Can claims be submitted for pre-existing conditions?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 Is there a maximum claim amount limit?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 Can multiple claims be submitted simultaneously?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 Who can submit a claim on behalf of dependents?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 What information is required in a claim form?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 What supporting documents are required for a claim?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 Are hospital bills mandatory?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 Are diagnostic reports mandatory?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 Should original documents be submitted or copies?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 How are documents submitted to the agent?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 What is the claim reference number format?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 Claims Management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&amp; Approval (Questions 122-137)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 What is the complete workflow from claim submission to resolution?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 Who enters claim details into the system (agent or policy holder)?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 What are all possible claim statuses?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 What does 'Sent for approval' status mean?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 What does 'Accepted' status mean?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 What does 'Rejected' status mean?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 Are there any intermediate statuses?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 Can a claim status be changed from accepted to rejected or vice versa?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 Who approves or rejects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 What is the typical processing time for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 What criteria determine if a claim is approved?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 On what grounds can a claim be rejected?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 Should rejection reasons be mandatory?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 Can a rejected claim be appealed?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 What is the appeal process?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 Is there an escalation mechanism for disputes?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 Claims Management - Part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(Questions 138-149)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 How is the claim amount calculated?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 Can the approved amount be less than the claimed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 What cheque details are captured (cheque number, date, bank)?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 How is the cheque delivered to the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 What is the typical settlement timeline?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 Should claim settlement notifications be sent?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 Can claim amount be transferred electronically instead of cheque?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 What percentage of policy cover can be claimed per year?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 Are there cashless claim facilities?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 Are there network hospitals for cashless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 What types of medical expenses are covered?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 What exclusions apply to claims?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6: Agent Functionality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Policy Holder Registration (Questions 150-163)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 What information should be displayed on the agent home page?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 Should there be a summary of policies managed by the agent?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 Should there be a summary of claims handled by the agent?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 Should there be pending tasks or notifications?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 Should there be performance metrics or reports?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 What information can the agent enter for a new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 Can the agent edit policy holder information after creation?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 Does the agent generate the username for the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 Does the agent generate the password for the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 Can the agent view all policy holders they have registered?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 Can the agent search for existing policy holders?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 Can an agent register themselves as a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 What happens if an agent leaves the company?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 Can multiple agents work with the same policy holder?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6: Agent Functionality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Claims Entry (Questions 164-177)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 What policy information can the agent enter?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 Can the agent enter multiple policies for the same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 Can the agent edit policy information before submission?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 Can the agent delete a policy application before submission?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 What validations should be performed on policy data?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 Should the agent upload documents or enter document details?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 How are documents associated with the policy application?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 What claim information can the agent enter?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 Can the agent submit multiple claims for the same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 Can the agent edit claim information before submission?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 Can the agent delete a claim before submission?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 What validations should be performed on claim data?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 Should the agent upload claim documents or enter document details?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 How are documents associated with the claim?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6: Agent Functionality - Part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 &amp; Performance (Questions 178-184)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 Can the agent view claim status?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 Can the agent view all claims submitted by them?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 Can the agent view the status of all policies submitted?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 Can the agent filter policies by status?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 Can the agent search for a specific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 Should the agent be notified when a policy is approved/rejected?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 Should agents have targets or quotas?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7: Company Functionality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Policy Approval (Questions 185-200)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 What information should be displayed on the company home page?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 Should there be a summary of pending policy approvals?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 Should there be a summary of pending claim approvals?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 Should there be business intelligence dashboards?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 Should there be reports on policy and claim trends?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 Can company staff view all submitted policy applications?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 Can company staff filter policies by status?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 Can company staff filter policies by agent?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 Can company staff filter policies by date?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 What policy details are visible to company staff?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 Can company staff view submitted documents?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 What actions can company staff take on a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 Should approval/rejection comments be mandatory?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 Can multiple company staff work on the same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 Is there a workflow or approval hierarchy?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 Who has final approval authority?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7: Company Functionality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Rejection &amp; Activation (Questions 201-215)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201. What rejection reasons should be available?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 Should rejection reasons be pre-defined or free text?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203. Should detailed rejection explanations be captured?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204. How is the agent notified of policy rejection?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205. How is the policy holder notified of policy rejection?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206. Can a rejected policy be reconsidered?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207. What steps occur after policy approval?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208. Who generates the policy document?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209. Is policy number auto-generated or manual?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210. What is the policy number format?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211. How are login credentials generated for policy holders?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212. Who dispatches the policy document and credentials?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213. Should dispatch tracking be maintained?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214. Can policy approval be delegated?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215. Is there a bulk approval feature?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7: Company Functionality - Part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Processing (Questions 216-225)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216. Can company staff view all submitted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217. Can company staff filter claims by status?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218. Can company staff filter claims by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219. Can company staff filter claims by agent?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220. What claim details are visible to company staff?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221. Can company staff view submitted documents?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222. What actions can company staff take on a claim?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223. Should approval/rejection comments be mandatory for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224. How do you handle fraudulent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225. Is there a claims investigation process?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7: Company Functionality - Part 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&amp; Reporting (Questions 226-232)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226. Who enters cheque details for approved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227. What cheque information must be captured?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228. Is cheque number auto-generated or manual?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229. Can electronic payment details be captured?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230. Should settlement date be recorded?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231. Can settlement amount differ from claimed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232. Should variance explanation be captured if amounts differ?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8: UI Requirements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Elements &amp; Home Page (Questions 233-245)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233. What should be in the header area?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234. What should be in the footer area?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235. Should there be a navigation panel? If yes, where?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236. What is the company logo format and size?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237. What color scheme should be used?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238. Should the UI be responsive for mobile devices?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239. What browsers must be supported?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240. What content should be in the General Work Area?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241. What insurance news should be displayed?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242. How are FAQs organized?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243. Should FAQs be searchable?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244. Should there be a contact us section?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245. Should there be company information?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8: UI Requirements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Forms (Questions 246-261)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246. What is the menu structure for policy holders?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247. What is the menu structure for agents?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248. What is the menu structure for company staff?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249. Should there be breadcrumb navigation?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 What is the maximum number of clicks to reach any screen?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251. Should there be a site map?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252. What fields are mandatory vs. optional?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253. What validation rules apply to each field?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254. How should validation errors be displayed?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 Should there be inline validation or on submit?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256. What date format should be used?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257. What currency format should be used?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258. Should there be field-level help text?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259. Should there be tooltips?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260. Should there be a guided tour for first-time users?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261. Should there be contextual help?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9: Data &amp; Rules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Policy Data (Questions 262-277)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262. What are all the personal attributes of a policy holder?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263. What is the maximum length for name fields?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264. What address format is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265. What phone number format is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266. What email format validation is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267. Can email or phone be used as username?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268. Should duplicate email addresses be prevented?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269. What are all the attributes of a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270. What is the policy number format?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271. How is policy number generated?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272. What are the possible policy statuses?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273. What is the policy effective date?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274. What is the policy expiry date?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275. Is there an automatic renewal process?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276. What happens when a policy expires?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277. Are there different policy types or plans?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9: Data &amp; Rules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&amp; Claim Data (Questions 278-293)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278. What information is stored for each dependent?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279. What is the relationship type between primary member and dependent?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280. Can a dependent be a spouse, child, parent, sibling?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281. Are there age restrictions based on relationship type?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282. How many dependents are allowed per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283. Can dependents be added after policy activation?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284. Can dependents be removed after policy activation?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285. What are all the attributes of a claim?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286. What is the claim number format?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287. How is claim number generated?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288. What are the possible claim statuses?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289. What is the claim submission date?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290. What is the claim approval/rejection date?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291. Should claim processing time be tracked?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292. What is the claimed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293. What is the approved amount?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9: Data &amp; Rules - Part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Business Rules (Questions 294-308)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294. What types of documents are handled by the system?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295. What document formats are acceptable (PDF, JPG, PNG)?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296. What is the maximum file size for documents?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 Where are documents stored?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298. Who can view documents?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299. Should document versioning be maintained?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300. Should document access be logged?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301. Can a policy be purchased for oneself only (no dependents)?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302. What is the minimum premium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303. What is the maximum premium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304. What is the claim limit per policy year?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305. Can a claim exceed the policy cover amount?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306. What percentage of policy cover can be claimed per year?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307. Are there network hospitals for cashless claims?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308. What medical conditions are excluded from coverage?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10: Non-Functional -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Scalability (Questions 309-324)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309. How many concurrent users should the system support?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310. What is the expected response time for page loads?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311. What is the expected response time for transactions?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312. Should there be performance monitoring?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313. What is the expected database size?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314. What is the expected transaction volume per day?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315. What is the expected growth in users over 3 years?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316. What is the expected growth in data over 3 years?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317. Should the system be horizontally scalable?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318. Should the system be vertically scalable?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319. Should there be load balancing?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320. What are peak usage times?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321. What is acceptable system latency?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322. Should there be caching mechanisms?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323. What database optimization is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324. Should there be CDN for static content?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10: Non-Functional - 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Requirements (Questions 325-342)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325. Should data be encrypted in transit (HTTPS)?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326. Should sensitive data be encrypted in the database?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327. Should passwords be hashed?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328. What password hashing algorithm should be used?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329. Should there be session management?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330. Should there be CSRF protection?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331. Should there be SQL injection protection?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332. Should there be XSS protection?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333. Should audit logs be maintained?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334. What user actions should be logged?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335. Should there be intrusion detection?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336. Should there be rate limiting?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337. What data privacy regulations must be followed?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338. Should there be data masking?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339. Should there be secure file upload validation?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340. Should there be API security?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341. Should there be penetration testing?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342. What security certifications are required?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10: Non-Functional - Reliability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&amp; Availability (Questions 343-353)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343. What is the expected system uptime percentage?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344. Should there be database backup?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345. What is the backup frequency?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346. What is the backup retention policy?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347. Should there be a disaster recovery plan?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348. What is the recovery time objective (RTO)?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349. What is the recovery point objective (RPO)?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350. Should there be failover mechanisms?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351. Should there be redundancy?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352. What is acceptable downtime for maintenance?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353. Should there be health monitoring and alerting?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10: Non-Functional - Other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&amp; Maintainability (Questions 354-368)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354. Should the UI be consistent across all pages?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355. Should there be keyboard shortcuts?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356. Should there be screen reader support?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357. What accessibility standards must be met (WCAG)?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358. Should there be multi-language support?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359. What is the target user's technical proficiency?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360. Should code follow specific coding standards (e.g., Cap Gemini standards)?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361. Should there be code documentation?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362. Should there be API documentation?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363. Should there be automated tests?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364. What is the code coverage target?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365. Should there be continuous integration?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366. Should there be continuous deployment?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367. Should there be version control (Git)?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368. What branching strategy should be used?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11: Integration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Systems &amp; APIs (Questions 369-374)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369. Should the system integrate with payment gateways?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370. Should the system integrate with SMS gateways?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371. Should the system integrate with email servers (SMTP)?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372. Should the system integrate with document management systems?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373. Should the system integrate with medical databases?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374. Are there APIs for external systems to integrate with?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12: Deployment &amp;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Installation (Questions 375-385)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375. What is the target deployment environment (cloud, on-premise)?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376. What operating system should the server run?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377. What web server should be used (Apache, Nginx, IIS)?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378. What application server should be used?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379. What database server should be used (MySQL, PostgreSQL, SQL Server)?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 Should there be separate development, testing, and production environments?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381. What is the installation process?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382. Should there be an installation pack?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383. What manual intervention is required during installation?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384. Should database scripts be automated?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385. Should initial data be loaded (seed data)?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13: Testing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Testing Strategy (Questions 386-392)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386. What types of testing are required (unit, integration, system, UAT)?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387. What test scenarios should be covered?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388. Should there be automated testing?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389. What is the test data strategy?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390. Should there be performance testing?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391. Should there be security testing?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392. Should there be usability testing?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91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14: Documentation &amp; Training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Requirements (Questions 393-400)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393. What user manuals are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394. What technical documentation is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395. What deployment documentation is required?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396. Should there be API documentation?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397. Should there be database schema documentation?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398. Should training materials be created?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399. Who needs to be trained (agents, company staff, policy holders)?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400. What training format is preferred (online, in-person, videos)?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Question Set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Questions | 15 Sections | Ready for Stakeholder Engagement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Organized by business domain and stakeholder</a:t>
            </a:r>
            <a:endParaRPr lang="en-US" sz="16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Covers functional and non-functional requirements</a:t>
            </a:r>
            <a:endParaRPr lang="en-US" sz="16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Prioritized for efficient requirement gathering</a:t>
            </a:r>
            <a:endParaRPr lang="en-US" sz="16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Production-ready and professional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4865</Words>
  <Application>Microsoft Office PowerPoint</Application>
  <PresentationFormat>On-screen Show (16:9)</PresentationFormat>
  <Paragraphs>556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IMIC System - Complete Requirements Questions</dc:title>
  <dc:subject>PptxGenJS Presentation</dc:subject>
  <dc:creator>Requirements Analyst</dc:creator>
  <cp:lastModifiedBy>venkateswari v</cp:lastModifiedBy>
  <cp:revision>2</cp:revision>
  <dcterms:created xsi:type="dcterms:W3CDTF">2026-01-28T02:23:53Z</dcterms:created>
  <dcterms:modified xsi:type="dcterms:W3CDTF">2026-01-28T02:40:15Z</dcterms:modified>
</cp:coreProperties>
</file>